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424160" cy="1234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Transcript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148840"/>
            <a:ext cx="93268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0">
                <a:solidFill>
                  <a:srgbClr val="D2E2FF"/>
                </a:solidFill>
                <a:latin typeface="Aptos"/>
              </a:defRPr>
            </a:pPr>
            <a:r>
              <a:t>Turning call transcripts into product, support, and revenue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7772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00" b="0">
                <a:solidFill>
                  <a:srgbClr val="D2E2FF"/>
                </a:solidFill>
                <a:latin typeface="Aptos"/>
              </a:defRPr>
            </a:pPr>
            <a:r>
              <a:t>Take-home assignment | Product and Engineering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800600"/>
            <a:ext cx="1828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3400" b="1">
                <a:solidFill>
                  <a:srgbClr val="20A39E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5303520"/>
            <a:ext cx="1920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7A869A"/>
                </a:solidFill>
                <a:latin typeface="Aptos"/>
              </a:defRPr>
            </a:pPr>
            <a:r>
              <a:t>transcripts analyzed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4800600"/>
            <a:ext cx="1828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3400" b="1">
                <a:solidFill>
                  <a:srgbClr val="F5B84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5303520"/>
            <a:ext cx="1920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7A869A"/>
                </a:solidFill>
                <a:latin typeface="Aptos"/>
              </a:defRPr>
            </a:pPr>
            <a:r>
              <a:t>business themes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The prototype turns raw transcript folders into decision-ready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828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3400" b="1">
                <a:solidFill>
                  <a:srgbClr val="2D6CD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920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7A869A"/>
                </a:solidFill>
                <a:latin typeface="Aptos"/>
              </a:defRPr>
            </a:pPr>
            <a:r>
              <a:t>transcripts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34440"/>
            <a:ext cx="1828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3400" b="1">
                <a:solidFill>
                  <a:srgbClr val="F25F5C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1920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7A869A"/>
                </a:solidFill>
                <a:latin typeface="Aptos"/>
              </a:defRPr>
            </a:pPr>
            <a:r>
              <a:t>support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234440"/>
            <a:ext cx="1828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3400" b="1">
                <a:solidFill>
                  <a:srgbClr val="2D6CDF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737360"/>
            <a:ext cx="1920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7A869A"/>
                </a:solidFill>
                <a:latin typeface="Aptos"/>
              </a:defRPr>
            </a:pPr>
            <a:r>
              <a:t>external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234440"/>
            <a:ext cx="1828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3400" b="1">
                <a:solidFill>
                  <a:srgbClr val="20A39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1920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7A869A"/>
                </a:solidFill>
                <a:latin typeface="Aptos"/>
              </a:defRPr>
            </a:pPr>
            <a:r>
              <a:t>internal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104241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Support is the clearest risk surface: technical reliability themes carry the lowest average sentiment.</a:t>
            </a:r>
          </a:p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External calls show renewal and expansion context; trust issues cluster around outage, SLA, pricing, and competitive language.</a:t>
            </a:r>
          </a:p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Internal calls expose whether engineering planning is aligned with customer-facing pain.</a:t>
            </a:r>
          </a:p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Recommended path: operationalize escalation risk, route feature requests to PM review, and build stakeholder-specific 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A repeatable batch pipeline with optional room for LLM-assisted labeling later.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1417320" cy="77724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Raw JSON folders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67712" y="2057400"/>
            <a:ext cx="1417320" cy="777240"/>
          </a:xfrm>
          <a:prstGeom prst="roundRect">
            <a:avLst/>
          </a:prstGeom>
          <a:solidFill>
            <a:srgbClr val="20A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Normalization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95344" y="2057400"/>
            <a:ext cx="1417320" cy="777240"/>
          </a:xfrm>
          <a:prstGeom prst="roundRect">
            <a:avLst/>
          </a:prstGeom>
          <a:solidFill>
            <a:srgbClr val="F5B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Call-type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2976" y="2057400"/>
            <a:ext cx="1417320" cy="777240"/>
          </a:xfrm>
          <a:prstGeom prst="roundRect">
            <a:avLst/>
          </a:prstGeom>
          <a:solidFill>
            <a:srgbClr val="F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Theme labeling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50608" y="2057400"/>
            <a:ext cx="1417320" cy="77724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Sentiment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057400"/>
            <a:ext cx="1417320" cy="777240"/>
          </a:xfrm>
          <a:prstGeom prst="roundRect">
            <a:avLst/>
          </a:prstGeom>
          <a:solidFill>
            <a:srgbClr val="20A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Insight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05872" y="2057400"/>
            <a:ext cx="1417320" cy="77724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Stakeholder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Default path runs locally with pandas, scikit-learn, matplotlib, and transparent rules.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LLM use is deliberately optional, so the project works without paid API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The source data includes meeting metadata, transcript turns, topics, summaries, action items, and key moments.</a:t>
            </a:r>
          </a:p>
        </p:txBody>
      </p:sp>
      <p:pic>
        <p:nvPicPr>
          <p:cNvPr id="4" name="Picture 3" descr="call_typ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9496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234440"/>
            <a:ext cx="4754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100 transcript folders discovered; each contains six JSON files.</a:t>
            </a:r>
          </a:p>
          <a:p>
            <a:pPr>
              <a:spcAft>
                <a:spcPts val="8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explicit call_type field was present, so type was inferred from title, content, and email domains.</a:t>
            </a:r>
          </a:p>
          <a:p>
            <a:pPr>
              <a:spcAft>
                <a:spcPts val="8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Customer/account identity is inferred from non-aegiscloud.com email domains where available.</a:t>
            </a:r>
          </a:p>
          <a:p>
            <a:pPr>
              <a:spcAft>
                <a:spcPts val="8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The data quality is strong: structured summaries, topics, action items, speaker names, and sentence-level timestamps are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Topic Categorization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Hybrid beats pure rules or pure black-box classification for this assignment.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Discovery: TF-IDF + clustering reveals natural groupings across titles, summaries, and provided topics.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Interpretation: keyword and phrase analysis converts clusters into human-readable business themes.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Grounding: examples and representative keywords are saved for each theme so leaders can inspect the evidence.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Production path: optional LLM labeling can improve nuance, but should be validated against a stakeholder-approved taxonomy.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Themes 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The taxonomy prioritizes business actionability over academic topic labels.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842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70539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Dominant type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Product bugs and technical reliability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Turns repeated defects into prioritizable engineering work and reduces 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Compliance and audit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external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Connects product value to regulated buyer urgency and audit deadlines.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Renewal, pricing, and account risk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Highlights revenue risk before the renewal motion becomes reactive.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Internal engineering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internal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Reveals whether engineering execution is aligned with customer-facing pain.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Feature requests and product feedback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Converts customer language into roadmap evidence for PMs.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Onboarding, adoption, and enablement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external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Shows where customers need enablement before low adoption becomes churn.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Theme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Representative summaries show why the labels matter.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10972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Example transcript signal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Product bugs and technical reliability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01KQ2D93184912F0147315E7: Julia Tran from Blackridge Investments called Aegis Cloud Security support in a critical situation where her firm has 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Compliance and audit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01KQ445B1B5B890316C9E300: Raj facilitated a team standup with Ravi and Sofia covering post-mortem follow-ups from the Detect outage and the Compl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Renewal, pricing, and account risk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01KQ1DCC80852AE384C898C9: Maria Santos met with Brianna Foster and Leo Marquez to address a serious six-hour outage on March 10-11 that caused a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Sentiment Across Call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Support calls are the strongest negative signal.</a:t>
            </a:r>
          </a:p>
        </p:txBody>
      </p:sp>
      <p:pic>
        <p:nvPicPr>
          <p:cNvPr id="4" name="Picture 3" descr="sentiment_distribution_by_call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85216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325880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Support has the highest concentration of negative transcripts.</a:t>
            </a:r>
          </a:p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External calls skew positive, but negative moments often carry revenue implications.</a:t>
            </a:r>
          </a:p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Internal calls are mixed: useful for tracking execution pressure and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Sentiment by 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Technical reliability is the most important pain cluster.</a:t>
            </a:r>
          </a:p>
        </p:txBody>
      </p:sp>
      <p:pic>
        <p:nvPicPr>
          <p:cNvPr id="4" name="Picture 3" descr="sentiment_by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640080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325880"/>
            <a:ext cx="42976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Reliability and outage themes are negative because customers experience them as lost trust, not just technical inconvenience.</a:t>
            </a:r>
          </a:p>
          <a:p>
            <a:pPr>
              <a:spcAft>
                <a:spcPts val="800"/>
              </a:spcAft>
              <a:defRPr sz="1500">
                <a:solidFill>
                  <a:srgbClr val="172033"/>
                </a:solidFill>
                <a:latin typeface="Aptos"/>
              </a:defRPr>
            </a:pPr>
            <a:r>
              <a:t>Compliance themes are more positive because the product directly supports urgent audit and regulated-buyer needs.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Trend 1: Reliability Is a Product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Support calls concentrate negative sentiment around outage, SLA, and technical issue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What it means: technical friction is creating both support burden and account trust risk.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Why it may be happening: customers depend on Detect/backup/security workflows where downtime has high business impact.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Who should care: support leaders, product managers, and engineering leads.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Action: prioritize reliability fixes, publish clearer incident comms, and create an escalation review for top negative reliability transcripts.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Trend 2: External Calls Carry Renewal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External conversations reveal both expansion opportunity and risk signals.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149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What it means: positive external sentiment is encouraging, but risk terms around renewal, pricing, SLA, and competitors need account workflows.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Why it may be happening: buyers see value in compliance and security outcomes, while reliability incidents affect confidence.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Who should care: sales leaders, account managers, and customer success.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Action: connect risk scores to CRM ownership and trigger proactive renewal plays.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Additional Insight: Escalation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Urgent language and SLA/outage markers create an early-warning queue.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7056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Transcript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01KQ2331EFD78BF3B1CAB747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engineering + 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urgent, escalat, sla, outage, executive, critical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01KQ2D93184912F0147315E7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engineering +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escalat, sla, breach, outage, executive,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01KQ46A9DE0AECB006D897A0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engineering + 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escalat, sla, outage, downtime, executive, critica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01KQ38C4101D6774F2F02331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engineering +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escalat, sla, breach, outage,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01KQ6A5CEAAFFBE3B0099E75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engineering + 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escalat, outage, downtime, critical, unresolved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532120"/>
            <a:ext cx="103327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>
                <a:solidFill>
                  <a:srgbClr val="172033"/>
                </a:solidFill>
                <a:latin typeface="Aptos"/>
              </a:defRPr>
            </a:pPr>
            <a:r>
              <a:t>Value: helps teams catch customer pain before it becomes churn, SLA exposure, or executive escalation.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Additional Insight: Feature Request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Customer language becomes roadmap evidence.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88720"/>
          <a:ext cx="6583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574765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Requested capability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Call types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alerting and escalation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{"internal": 12, "support": 41, "external": 25}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export and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{"internal": 11, "external": 33, "support": 33}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dashboarding and analytics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{"internal": 11, "external": 25, "support": 31}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onboarding and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{"internal": 8, "support": 24, "external": 27}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integration and API reliability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{"support": 23, "internal": 7, "external": 22}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granular restore and backup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{"external": 16, "support": 12, "internal": 5}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43800" y="132588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Product managers can inspect examples rather than rely on anecdotes.</a:t>
            </a:r>
          </a:p>
          <a:p>
            <a:pPr>
              <a:spcAft>
                <a:spcPts val="8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Repeated asks around integrations, API, dashboards, automation, and reporting become roadmap candidates.</a:t>
            </a:r>
          </a:p>
          <a:p>
            <a:pPr>
              <a:spcAft>
                <a:spcPts val="8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Pair frequency with revenue/risk context before prioritizing.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Additional Insight: Churn and Stakeholder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Different teams need different slices of the same transcript intelligence.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Top theme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Neg.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Recommended action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Support leader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Product bugs and technical reliability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Create a weekly negative-theme and escalation-risk review.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Product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Compliance and audit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Validate top requests with PM taxonomy and attach examples to roadmap candidates.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Sales / account manager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Renewal, pricing, and account risk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Trigger proactive account plays for high-risk renewal conversations.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Engineering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Product bugs and technical 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72033"/>
                          </a:solidFill>
                        </a:defRPr>
                      </a:pPr>
                      <a:r>
                        <a:t>Tie incident and bug clusters to reliability roadmap ownership.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Product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From analysis prototype to enterprise transcript intelligence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149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Searchable transcript intelligence across support, external, and internal calls.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Topic and sentiment dashboards for support, product, account, and engineering leaders.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Risk alerts for escalations, renewal threats, and repeated unresolved issues.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Voice-of-customer mining that feeds product roadmap and documentation priorities.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Integrations with CRM, support tools, and project planning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Start batch-first; evolve toward near-real-time routing and alerting.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40280"/>
            <a:ext cx="1600200" cy="777240"/>
          </a:xfrm>
          <a:prstGeom prst="rect">
            <a:avLst/>
          </a:prstGeom>
          <a:solidFill>
            <a:srgbClr val="F5F7FA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72033"/>
                </a:solidFill>
              </a:defRPr>
            </a:pPr>
            <a:r>
              <a:t>Ingestion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6039" y="2240280"/>
            <a:ext cx="1600200" cy="777240"/>
          </a:xfrm>
          <a:prstGeom prst="rect">
            <a:avLst/>
          </a:prstGeom>
          <a:solidFill>
            <a:srgbClr val="F5F7FA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72033"/>
                </a:solidFill>
              </a:defRPr>
            </a:pPr>
            <a:r>
              <a:t>Preprocess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59" y="2240280"/>
            <a:ext cx="1600200" cy="777240"/>
          </a:xfrm>
          <a:prstGeom prst="rect">
            <a:avLst/>
          </a:prstGeom>
          <a:solidFill>
            <a:srgbClr val="F5F7FA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72033"/>
                </a:solidFill>
              </a:defRPr>
            </a:pPr>
            <a:r>
              <a:t>Embeddings / TF-IDF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79" y="2240280"/>
            <a:ext cx="1600200" cy="777240"/>
          </a:xfrm>
          <a:prstGeom prst="rect">
            <a:avLst/>
          </a:prstGeom>
          <a:solidFill>
            <a:srgbClr val="F5F7FA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72033"/>
                </a:solidFill>
              </a:defRPr>
            </a:pPr>
            <a:r>
              <a:t>Classify + sentiment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240280"/>
            <a:ext cx="1600200" cy="777240"/>
          </a:xfrm>
          <a:prstGeom prst="rect">
            <a:avLst/>
          </a:prstGeom>
          <a:solidFill>
            <a:srgbClr val="F5F7FA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72033"/>
                </a:solidFill>
              </a:defRPr>
            </a:pPr>
            <a:r>
              <a:t>Insight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04120" y="2240280"/>
            <a:ext cx="1600200" cy="777240"/>
          </a:xfrm>
          <a:prstGeom prst="rect">
            <a:avLst/>
          </a:prstGeom>
          <a:solidFill>
            <a:srgbClr val="F5F7FA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172033"/>
                </a:solidFill>
              </a:defRPr>
            </a:pPr>
            <a:r>
              <a:t>Dashboard /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The current implementation is deterministic and inspectable; LLM steps can be added for labeling and summarization when validation is available.</a:t>
            </a:r>
          </a:p>
          <a:p>
            <a:pPr>
              <a:spcAft>
                <a:spcPts val="8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 production system should store transcript metadata, embeddings, predictions, examples, and human feedback separately.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Limitations and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The design is intentionally practical and transparent.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424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Sample size is modest; themes should be validated as more transcripts arrive.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Call type is inferred because no explicit field exists.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Sentiment is context-sensitive; constructive outage calls can still indicate serious customer risk.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Rule-based taxonomy is explainable but may miss nuance; LLM labeling would need evaluation and review.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Account names are inferred from email domains when explicit customer fields are unavailable.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Make the prototype useful by connecting insights to ownership.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Prioritize the top negative reliability themes with support and engineering.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Create a weekly escalation-risk workflow with owners and SLA follow-through.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Use feature request mining as an input to roadmap review, not as an automatic prioritization score.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Build stakeholder dashboards around the questions each team actually asks.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Validate taxonomy and thresholds with support, product, sales, and engineering leaders.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400" b="1">
                <a:solidFill>
                  <a:srgbClr val="172033"/>
                </a:solidFill>
                <a:latin typeface="Aptos"/>
              </a:defRPr>
            </a:pPr>
            <a: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7A869A"/>
                </a:solidFill>
                <a:latin typeface="Aptos"/>
              </a:defRPr>
            </a:pPr>
            <a:r>
              <a:t>The demo is designed to be short, concrete, and reproducible.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Show the project structure and raw dataset folder.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Run `run_pipeline.py` and confirm outputs are generated.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Open processed transcripts, topic summary, sentiment summary, and additional insights.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Show charts used by the deck.</a:t>
            </a:r>
          </a:p>
          <a:p>
            <a:pPr>
              <a:spcAft>
                <a:spcPts val="8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t>Close with productization path: search, dashboards, risk alerts, and workflow integrations.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31720"/>
            <a:ext cx="10607040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ptos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154680"/>
            <a:ext cx="8595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0">
                <a:solidFill>
                  <a:srgbClr val="D2E2FF"/>
                </a:solidFill>
                <a:latin typeface="Aptos"/>
              </a:defRPr>
            </a:pPr>
            <a:r>
              <a:t>How would you use transcripts to change decisions before problems become obvious?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